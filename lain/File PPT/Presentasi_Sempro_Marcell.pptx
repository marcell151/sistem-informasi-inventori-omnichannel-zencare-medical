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2D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8996"/>
                </a:solidFill>
              </a:rPr>
              <a:t>Universitas Ma Chung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</a:rPr>
              <a:t>Program Studi 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45743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RANCANG BANGUN
SISTEM INFORMASI INVENTORY OMNICHANNEL
ALAT KESEHATAN DAN OBAT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27248"/>
            <a:ext cx="731520" cy="54864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73552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B7A8D"/>
                </a:solidFill>
              </a:rPr>
              <a:t>Studi Kasus: ZenCare Medical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457432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A4A"/>
                </a:solidFill>
              </a:rPr>
              <a:t>Marcell Chandra Kenchana  —  NIM: 322310015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Program Studi Sistem Informasi  •  Fakultas Teknologi dan Desain  •  Universitas Ma Chung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58201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Dosen Pembimbing:
Dr. Soetam Rizky Wicaksono, S.Kom., MM., MCP., MCTS., MOSM.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356" y="5943600"/>
            <a:ext cx="56372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Penguji:
[Ketua Penguji]  |  [Penguji 1]  |  [Penguji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7272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B7A8D"/>
                </a:solidFill>
              </a:rPr>
              <a:t>Malang,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Daftar 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728716" y="1600200"/>
            <a:ext cx="73152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Oval 11"/>
          <p:cNvSpPr/>
          <p:nvPr/>
        </p:nvSpPr>
        <p:spPr>
          <a:xfrm>
            <a:off x="1154887" y="2011680"/>
            <a:ext cx="768096" cy="768096"/>
          </a:xfrm>
          <a:prstGeom prst="ellipse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216347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9504"/>
            <a:ext cx="2163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A4A"/>
                </a:solidFill>
              </a:rPr>
              <a:t>Latar Belakang &amp;
Identifikasi 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55264"/>
            <a:ext cx="216347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Masalah overselling,
konversi satuan,
logistik medis</a:t>
            </a:r>
          </a:p>
        </p:txBody>
      </p:sp>
      <p:sp>
        <p:nvSpPr>
          <p:cNvPr id="16" name="Oval 15"/>
          <p:cNvSpPr/>
          <p:nvPr/>
        </p:nvSpPr>
        <p:spPr>
          <a:xfrm>
            <a:off x="3409797" y="2011680"/>
            <a:ext cx="768096" cy="768096"/>
          </a:xfrm>
          <a:prstGeom prst="ellipse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2110" y="2011680"/>
            <a:ext cx="216347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110" y="2889504"/>
            <a:ext cx="2163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A4A"/>
                </a:solidFill>
              </a:rPr>
              <a:t>Penelitian Terdahulu
&amp; 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2110" y="3255264"/>
            <a:ext cx="216347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Perbandingan &amp;
kebaruan sistem
ZenCare</a:t>
            </a:r>
          </a:p>
        </p:txBody>
      </p:sp>
      <p:sp>
        <p:nvSpPr>
          <p:cNvPr id="20" name="Oval 19"/>
          <p:cNvSpPr/>
          <p:nvPr/>
        </p:nvSpPr>
        <p:spPr>
          <a:xfrm>
            <a:off x="5664708" y="2011680"/>
            <a:ext cx="768096" cy="768096"/>
          </a:xfrm>
          <a:prstGeom prst="ellipse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7020" y="2011680"/>
            <a:ext cx="216347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7020" y="2889504"/>
            <a:ext cx="2163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A4A"/>
                </a:solidFill>
              </a:rPr>
              <a:t>Workflow &amp; Use Case
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7020" y="3255264"/>
            <a:ext cx="216347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Alur bisnis berjalan
vs. sistem usulan
omnichannel</a:t>
            </a:r>
          </a:p>
        </p:txBody>
      </p:sp>
      <p:sp>
        <p:nvSpPr>
          <p:cNvPr id="24" name="Oval 23"/>
          <p:cNvSpPr/>
          <p:nvPr/>
        </p:nvSpPr>
        <p:spPr>
          <a:xfrm>
            <a:off x="7919618" y="2011680"/>
            <a:ext cx="768096" cy="768096"/>
          </a:xfrm>
          <a:prstGeom prst="ellipse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1931" y="2011680"/>
            <a:ext cx="216347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1931" y="2889504"/>
            <a:ext cx="2163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A4A"/>
                </a:solidFill>
              </a:rPr>
              <a:t>Perancangan Sistem
&amp;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1931" y="3255264"/>
            <a:ext cx="216347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Sitemap, Activity Diagram,
ERD, Logical Database,
Wireframe</a:t>
            </a:r>
          </a:p>
        </p:txBody>
      </p:sp>
      <p:sp>
        <p:nvSpPr>
          <p:cNvPr id="28" name="Oval 27"/>
          <p:cNvSpPr/>
          <p:nvPr/>
        </p:nvSpPr>
        <p:spPr>
          <a:xfrm>
            <a:off x="10174528" y="2011680"/>
            <a:ext cx="768096" cy="768096"/>
          </a:xfrm>
          <a:prstGeom prst="ellipse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6841" y="2011680"/>
            <a:ext cx="216347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6841" y="2889504"/>
            <a:ext cx="216347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A4A"/>
                </a:solidFill>
              </a:rPr>
              <a:t>Kesimpulan
&amp; Luaran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6841" y="3255264"/>
            <a:ext cx="216347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Simpulan penelitian
&amp; luaran yang
diharapkan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Latar Belakang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4AB5BF"/>
                </a:solidFill>
              </a:rPr>
              <a:t>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A"/>
                </a:solidFill>
              </a:rPr>
              <a:t>Kasir Luring &amp; E-Commerce
Tidak Terhubung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39"/>
            <a:ext cx="35295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Aplikasi POS pihak ketiga bersifat stand-alone — sisa stok tidak tersinkronisasi otomatis ke e-commerce. Risiko overselling sangat tinggi: barang habis di toko masih bisa dipesan secara daring.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1874519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4AB5BF"/>
                </a:solidFill>
              </a:rP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24231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A"/>
                </a:solidFill>
              </a:rPr>
              <a:t>Konversi Multi-Satuan
Manual (Multi-UOM)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2834639"/>
            <a:ext cx="35295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E-commerce berbasis satuan grosir (Box), kasir melayani eceran (Strip/Pcs). Admin harus menghitung konversi kemasan secara manual setiap transaksi daring — rentan human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874519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4AB5BF"/>
                </a:solidFill>
              </a:rPr>
              <a:t>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423160"/>
            <a:ext cx="3529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A4A"/>
                </a:solidFill>
              </a:rPr>
              <a:t>Ketiadaan Kendali
Logistik Medis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834639"/>
            <a:ext cx="35295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Tanggal kedaluwarsa obat tidak didata per Batch (FEFO). Alat Kesehatan tidak dicatat per Serial Number (SN) untuk validasi garansi. Tidak ada stiker Batch → pengambilan tidak tervalidasi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Batasan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5728716" y="1600200"/>
            <a:ext cx="73152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A"/>
                </a:solidFill>
              </a:rPr>
              <a:t>Fokus Operasional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21992"/>
            <a:ext cx="2544318" cy="36576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263575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Sinkronisasi inventaris antara POS dan E-Commerce mandiri. Tidak mencakup akuntansi keuangan (HPP/Laba-Rugi), sistem poin pelanggan, maupun auto-replenishment stok.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38" y="1874519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A"/>
                </a:solidFill>
              </a:rPr>
              <a:t>Logika Pengeluaran Logistik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5838" y="2221992"/>
            <a:ext cx="2544318" cy="36576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5838" y="2331720"/>
            <a:ext cx="263575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Menerapkan First Expired First Out (FEFO) berbasis Nomor Batch untuk obat. Pencatatan Serial Number (SN) per unit untuk Alat Kesehatan. Validasi data wajib pada penerimaan barang.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1874519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A"/>
                </a:solidFill>
              </a:rPr>
              <a:t>Infrastruktur Pihak Ketiga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2221992"/>
            <a:ext cx="2544318" cy="36576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4476" y="2331720"/>
            <a:ext cx="263575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E-Commerce dibangun mandiri (bukan marketplace eksternal). Payment Gateway Midtrans &amp; RajaOngkir diuji pada lingkungan Sandbox. Beroperasi pada satu lokasi: ZenCare Medical Muharto.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3114" y="1874519"/>
            <a:ext cx="26357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A4A"/>
                </a:solidFill>
              </a:rPr>
              <a:t>Cakupan Fitur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3114" y="2221992"/>
            <a:ext cx="2544318" cy="36576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3114" y="2331720"/>
            <a:ext cx="263575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</a:rPr>
              <a:t>Tidak ada pre-order, retur daring otomatis, atau refund otomatis. Penyesuaian stok akibat retur/garansi dikelola manual melalui modul Mutasi Stok.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Perbandingan Penelitian Terdahulu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37360"/>
            <a:ext cx="1417320" cy="566928"/>
          </a:xfrm>
          <a:prstGeom prst="rect">
            <a:avLst/>
          </a:prstGeom>
          <a:solidFill>
            <a:srgbClr val="2D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1792224"/>
            <a:ext cx="1307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1737360"/>
            <a:ext cx="2926080" cy="566928"/>
          </a:xfrm>
          <a:prstGeom prst="rect">
            <a:avLst/>
          </a:prstGeom>
          <a:solidFill>
            <a:srgbClr val="2D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2224" y="1792224"/>
            <a:ext cx="2816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Rachman (2024)
&amp; Nuralisa (2024)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37360"/>
            <a:ext cx="2926080" cy="566928"/>
          </a:xfrm>
          <a:prstGeom prst="rect">
            <a:avLst/>
          </a:prstGeom>
          <a:solidFill>
            <a:srgbClr val="2D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3" y="1792224"/>
            <a:ext cx="2816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Mattegunta (2025)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737360"/>
            <a:ext cx="4187952" cy="566928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792224"/>
            <a:ext cx="4078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 Sistem Usulan
(ZenCare Medical)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04288"/>
            <a:ext cx="1417320" cy="868680"/>
          </a:xfrm>
          <a:prstGeom prst="rect">
            <a:avLst/>
          </a:prstGeom>
          <a:solidFill>
            <a:srgbClr val="E0F4F5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377440"/>
            <a:ext cx="13075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Penulis
&amp; Tahun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304288"/>
            <a:ext cx="2926080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92224" y="237744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Rachman, Hartanto,
Hadiwijaya (2024)
Nuralisa, Nirsal (2024)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304288"/>
            <a:ext cx="2926080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3" y="237744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Mattegunta
(2025)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304288"/>
            <a:ext cx="4187952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4" y="2377440"/>
            <a:ext cx="407822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Marcell Chandra K.
(2026)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72968"/>
            <a:ext cx="1417320" cy="868680"/>
          </a:xfrm>
          <a:prstGeom prst="rect">
            <a:avLst/>
          </a:prstGeom>
          <a:solidFill>
            <a:srgbClr val="E0F4F5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3246120"/>
            <a:ext cx="13075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Platform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3172968"/>
            <a:ext cx="2926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92224" y="324612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Web (React.js /
PHP Laravel)
Single-channel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172968"/>
            <a:ext cx="2926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3" y="324612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POS + Cloud
Ekosistem ritel umum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3172968"/>
            <a:ext cx="4187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4" y="3246120"/>
            <a:ext cx="407822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PHP + MySQL
Omnichannel mandiri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41648"/>
            <a:ext cx="1417320" cy="868680"/>
          </a:xfrm>
          <a:prstGeom prst="rect">
            <a:avLst/>
          </a:prstGeom>
          <a:solidFill>
            <a:srgbClr val="E0F4F5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4114800"/>
            <a:ext cx="13075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Sinkronisasi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4041648"/>
            <a:ext cx="2926080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92224" y="411480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535"/>
                </a:solidFill>
              </a:rPr>
              <a:t>✗  Tidak ada
(stand-alone)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041648"/>
            <a:ext cx="2926080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3" y="411480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9E5E"/>
                </a:solidFill>
              </a:rPr>
              <a:t>✔  Real-time
(ritel umum)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4041648"/>
            <a:ext cx="4187952" cy="868680"/>
          </a:xfrm>
          <a:prstGeom prst="rect">
            <a:avLst/>
          </a:prstGeom>
          <a:solidFill>
            <a:srgbClr val="E8F5F6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44384" y="4114800"/>
            <a:ext cx="407822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9E5E"/>
                </a:solidFill>
              </a:rPr>
              <a:t>✔  Real-time
Basis data tunggal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910327"/>
            <a:ext cx="1417320" cy="868680"/>
          </a:xfrm>
          <a:prstGeom prst="rect">
            <a:avLst/>
          </a:prstGeom>
          <a:solidFill>
            <a:srgbClr val="E0F4F5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4983479"/>
            <a:ext cx="13075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Konversi
Multi-UOM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37360" y="4910327"/>
            <a:ext cx="2926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92224" y="4983479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535"/>
                </a:solidFill>
              </a:rPr>
              <a:t>✗  Tidak 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910327"/>
            <a:ext cx="2926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3" y="4983479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535"/>
                </a:solidFill>
              </a:rPr>
              <a:t>✗  Tidak dibahas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4910327"/>
            <a:ext cx="4187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44384" y="4983479"/>
            <a:ext cx="407822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9E5E"/>
                </a:solidFill>
              </a:rPr>
              <a:t>✔  Dual-UOM otomatis
Box ↔ Strip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779008"/>
            <a:ext cx="1417320" cy="868680"/>
          </a:xfrm>
          <a:prstGeom prst="rect">
            <a:avLst/>
          </a:prstGeom>
          <a:solidFill>
            <a:srgbClr val="E0F4F5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5852160"/>
            <a:ext cx="13075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Logistik
Medis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37360" y="5779008"/>
            <a:ext cx="2926080" cy="868680"/>
          </a:xfrm>
          <a:prstGeom prst="rect">
            <a:avLst/>
          </a:prstGeom>
          <a:solidFill>
            <a:srgbClr val="FFECEC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92224" y="585216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535"/>
                </a:solidFill>
              </a:rPr>
              <a:t>✗  Tidak 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5779008"/>
            <a:ext cx="2926080" cy="868680"/>
          </a:xfrm>
          <a:prstGeom prst="rect">
            <a:avLst/>
          </a:prstGeom>
          <a:solidFill>
            <a:srgbClr val="FFECEC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3" y="5852160"/>
            <a:ext cx="281635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535"/>
                </a:solidFill>
              </a:rPr>
              <a:t>✗  Tidak dibahas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5779008"/>
            <a:ext cx="4187952" cy="868680"/>
          </a:xfrm>
          <a:prstGeom prst="rect">
            <a:avLst/>
          </a:prstGeom>
          <a:solidFill>
            <a:srgbClr val="D4EDDA"/>
          </a:solidFill>
          <a:ln w="6350">
            <a:solidFill>
              <a:srgbClr val="CC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44384" y="5852160"/>
            <a:ext cx="407822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9E5E"/>
                </a:solidFill>
              </a:rPr>
              <a:t>✔  FEFO Batch (Obat)
+ SN (Alat Kesehatan)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Pembaruan Sistem (Novelty)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8D"/>
                </a:solidFill>
              </a:rPr>
              <a:t>PENELITIAN TERDAHULU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53035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535"/>
                </a:solidFill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3134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Sistem bersifat single-channel (luring saja) tanpa sinkronisasi omnichannel.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535"/>
                </a:solidFill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278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Tidak ada fitur konversi multi-satuan (Multi-UOM) otomatis lintas saluran.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535"/>
                </a:solidFill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1422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Tidak ada pencatatan tanggal kedaluwarsa berbasis Batch (FEFO) untuk obat.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3535"/>
                </a:solidFill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566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Tidak ada pelacakan Serial Number (SN) untuk validasi garansi alat kesehatan.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737360"/>
            <a:ext cx="36576" cy="4846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8D"/>
                </a:solidFill>
              </a:rPr>
              <a:t>SISTEM USULAN (ZENCARE MEDICAL)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21408"/>
            <a:ext cx="5303520" cy="27432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2860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5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1343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Basis data tunggal Omnichannel: POS &amp; E-Commerce terhubung, stok terkunci seketika (Reserved).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5E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22783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Algoritma Dual-UOM mengonversi stok lintas satuan (Box ↔ Strip) secara otomatis tanpa hitungan manual.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14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5E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14223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Sistem Gatekeeper memaksa input Nomor Batch + Tanggal Kadaluwarsa sebelum stok masuk — logika FEFO.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29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5E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56632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Setiap unit Alat Kesehatan terdaftar per SN di tabel unit_serial → riwayat garansi dapat ditelusuri.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Use Case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Pemodelan hak akses dan interaksi 3 aktor: Pelanggan, Admin (Staff), dan Superadmin (Pemilik).</a:t>
            </a:r>
          </a:p>
        </p:txBody>
      </p:sp>
      <p:pic>
        <p:nvPicPr>
          <p:cNvPr id="13" name="Picture 12" descr="TA Use 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4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Workflow Bisnis Berjalan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Kondisi saat ini: sistem kasir berdiri sendiri, konversi stok dan sinkronisasi e-commerce dilakukan secara manual.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5545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📤  Barang Keluar (Berjalan)</a:t>
            </a:r>
          </a:p>
        </p:txBody>
      </p:sp>
      <p:pic>
        <p:nvPicPr>
          <p:cNvPr id="14" name="Picture 13" descr="Workflow Barang Keluar (Berjalan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5545836" cy="4297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5916" y="2029968"/>
            <a:ext cx="5545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📥  Barang Masuk (Berjalan)</a:t>
            </a:r>
          </a:p>
        </p:txBody>
      </p:sp>
      <p:pic>
        <p:nvPicPr>
          <p:cNvPr id="16" name="Picture 15" descr="Workflow Barang Masuk (Berjalan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331720"/>
            <a:ext cx="5545836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Workflow Sistem Usulan — Omnichannel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Sistem usulan: satu basis data terpusat — pemotongan stok otomatis dengan FEFO, tidak ada konversi manual.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5545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📤  Barang Keluar (Sistem Usulan)</a:t>
            </a:r>
          </a:p>
        </p:txBody>
      </p:sp>
      <p:pic>
        <p:nvPicPr>
          <p:cNvPr id="14" name="Picture 13" descr="Workflow Barang Keluar (Sistem Usulan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5545836" cy="4297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5916" y="2029968"/>
            <a:ext cx="5545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📥  Barang Masuk &amp; Logistik (Sistem Usulan)</a:t>
            </a:r>
          </a:p>
        </p:txBody>
      </p:sp>
      <p:pic>
        <p:nvPicPr>
          <p:cNvPr id="16" name="Picture 15" descr="Workflow Barang Masuk &amp; Logistik (Sistem Usulan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331720"/>
            <a:ext cx="5545836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Sitemap — Arsitektur Navigasi Sistem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Hak akses dipisahkan menjadi 3 lingkungan: Pelanggan (Front-End E-Commerce), Admin (Operasional), Superadmin (Manajerial).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3697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B5BF"/>
                </a:solidFill>
              </a:rPr>
              <a:t>👤  Pelanggan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5864" y="2029968"/>
            <a:ext cx="3697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🧑‍💼 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4528" y="2029968"/>
            <a:ext cx="3697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6E8A"/>
                </a:solidFill>
              </a:rPr>
              <a:t>👑  Superadmin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Activity Diagram — Penerimaan Barang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Sistem bertindak sebagai Gatekeeper: identitas logistik medis (Batch/SN) wajib diisi sebelum stok diproses.</a:t>
            </a:r>
          </a:p>
        </p:txBody>
      </p:sp>
      <p:pic>
        <p:nvPicPr>
          <p:cNvPr id="13" name="Picture 12" descr="Kelola Penerimaan Barang &amp; Validasi Log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4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Activity Diagram — POS &amp; E-Commerce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55458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🏪  Transaksi Kasir (POS)</a:t>
            </a:r>
          </a:p>
        </p:txBody>
      </p:sp>
      <p:pic>
        <p:nvPicPr>
          <p:cNvPr id="13" name="Picture 12" descr="Pesanan Luring (Transaksi Kasir (POS)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3392"/>
            <a:ext cx="5545836" cy="4617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5916" y="1691640"/>
            <a:ext cx="55458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8996"/>
                </a:solidFill>
              </a:rPr>
              <a:t>🌐  Pesanan Daring (E-Commerce)</a:t>
            </a:r>
          </a:p>
        </p:txBody>
      </p:sp>
      <p:pic>
        <p:nvPicPr>
          <p:cNvPr id="15" name="Picture 14" descr="Pesanan Daring (E-Commerce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1993392"/>
            <a:ext cx="554583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Entity Relationship Diagram (ERD) &amp; Logical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13 tabel relasional  |  4 klaster: Aktor/RBAC · Multi-UOM · Logistik Medis · Transaksi &amp; Audit Trail</a:t>
            </a:r>
          </a:p>
        </p:txBody>
      </p:sp>
      <p:pic>
        <p:nvPicPr>
          <p:cNvPr id="13" name="Picture 12" descr="Entity Relationship Diagram (ERD) &amp; Logical 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4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Wireframe — Rancangan Antarmuka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</a:rPr>
              <a:t>Rancangan struktural antarmuka: fokus pada fungsionalitas dan tata letak, bukan estetika visual akhir.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🏪 POS (Kasir)</a:t>
            </a:r>
          </a:p>
        </p:txBody>
      </p:sp>
      <p:pic>
        <p:nvPicPr>
          <p:cNvPr id="14" name="Picture 13" descr="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697224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5864" y="2029968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📊 Dashboard Admin</a:t>
            </a:r>
          </a:p>
        </p:txBody>
      </p:sp>
      <p:pic>
        <p:nvPicPr>
          <p:cNvPr id="16" name="Picture 15" descr="Dashboard (Admin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864" y="2286000"/>
            <a:ext cx="3697224" cy="2011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34528" y="2029968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📥 Penerimaan Barang</a:t>
            </a:r>
          </a:p>
        </p:txBody>
      </p:sp>
      <p:pic>
        <p:nvPicPr>
          <p:cNvPr id="18" name="Picture 17" descr="Penerimaan Bar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528" y="2286000"/>
            <a:ext cx="3697224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4370832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🌐 E-Commerce (Beranda)</a:t>
            </a:r>
          </a:p>
        </p:txBody>
      </p:sp>
      <p:pic>
        <p:nvPicPr>
          <p:cNvPr id="20" name="Picture 19" descr="E-Comme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26864"/>
            <a:ext cx="3697224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45864" y="4370832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💳 Checkout Pembayaran</a:t>
            </a:r>
          </a:p>
        </p:txBody>
      </p:sp>
      <p:pic>
        <p:nvPicPr>
          <p:cNvPr id="22" name="Picture 21" descr="Checkout Pembayar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5864" y="4626864"/>
            <a:ext cx="3697224" cy="2011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34528" y="4370832"/>
            <a:ext cx="3697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8996"/>
                </a:solidFill>
              </a:rPr>
              <a:t>📋 Laporan Logistik Medis</a:t>
            </a:r>
          </a:p>
        </p:txBody>
      </p:sp>
      <p:pic>
        <p:nvPicPr>
          <p:cNvPr id="24" name="Picture 23" descr="Laporan Logistik Medi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528" y="4626864"/>
            <a:ext cx="369722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9537192" y="109728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28016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17352" y="109728"/>
            <a:ext cx="1143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12801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Kesimpulan &amp; Luaran Penelitian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594360" cy="4572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8D"/>
                </a:solidFill>
              </a:rPr>
              <a:t>SIMPULAN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84831"/>
            <a:ext cx="1127455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76272"/>
            <a:ext cx="112745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D3A4A"/>
                </a:solidFill>
              </a:rPr>
              <a:t>Dirancang sistem informasi inventori omnichannel berbasis web untuk ZenCare Medical yang menyinkronkan transaksi POS dan E-Commerce dalam satu basis data terpusat menggunakan metode RAD. Sistem mengotomatisasi konversi Multi-UOM, menerapkan Gatekeeper FEFO untuk obat berbasis Batch, dan mencatat Serial Number untuk garansi Alat Kesehatan — menciptakan tata kelola logistik medis yang akurat, aman, dan transparan.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8D"/>
                </a:solidFill>
              </a:rPr>
              <a:t>LUARAN PENELITIAN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96512"/>
            <a:ext cx="11274552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B5BF"/>
                </a:solidFill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Sistem Omnichannel
Berbasis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268147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POS + E-Commerce terintegrasi dalam satu basis data tunggal.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838" y="425196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B5BF"/>
                </a:solidFill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5838" y="4800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Otomatisasi
Dual-UOM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5212080"/>
            <a:ext cx="268147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Konversi Box ↔ Strip berjalan otomatis, tanpa hitungan manual kasir.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76" y="425196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B5BF"/>
                </a:solidFill>
              </a:rPr>
              <a:t>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4800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Gatekeeper FEFO
&amp; Serial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4476" y="5212080"/>
            <a:ext cx="268147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Validasi logistik medis wajib: Batch, kadaluwarsa, dan SN per unit.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3114" y="4251960"/>
            <a:ext cx="26814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B5BF"/>
                </a:solidFill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3114" y="4800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Dokumentasi
&amp; Laporan UAT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3114" y="5212080"/>
            <a:ext cx="268147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</a:rPr>
              <a:t>Laporan pengujian sinkronisasi stok &amp; evaluasi penerimaan pengguna.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2D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164592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D8996"/>
                </a:solidFill>
              </a:rPr>
              <a:t>MA CHUNG
Universitas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64592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182880"/>
            <a:ext cx="10607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A8D"/>
                </a:solidFill>
              </a:rPr>
              <a:t>Program Studi
Sistem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5488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A1A2E"/>
                </a:solidFill>
              </a:rPr>
              <a:t>Terima Kasih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2956" y="3273552"/>
            <a:ext cx="1463040" cy="54864"/>
          </a:xfrm>
          <a:prstGeom prst="rect">
            <a:avLst/>
          </a:prstGeom>
          <a:solidFill>
            <a:srgbClr val="4AB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548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A8D"/>
                </a:solidFill>
              </a:rPr>
              <a:t>Sesi Tanya Jawab  (Q&amp;A)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3A4A"/>
                </a:solidFill>
              </a:rPr>
              <a:t>Marcell Chandra Kenchana  •  NIM: 322310015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</a:rPr>
              <a:t>Program Studi Sistem Informasi  •  Universitas Ma Chung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44768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Dosen Pembimbing: Dr. Soetam Rizky Wicaksono, S.Kom., MM., MCP., MCTS., MOSM.   •   Malang,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